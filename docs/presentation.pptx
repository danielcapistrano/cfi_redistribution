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sv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11/j.1467-9477.2008.00211.x" TargetMode="External" /><Relationship Id="rId3" Type="http://schemas.openxmlformats.org/officeDocument/2006/relationships/hyperlink" Target="https://doi.org/10.1080/13501763.2025.2490811" TargetMode="External" /><Relationship Id="rId4" Type="http://schemas.openxmlformats.org/officeDocument/2006/relationships/hyperlink" Target="https://doi.org/10.1017/9781108613880" TargetMode="External" /><Relationship Id="rId5" Type="http://schemas.openxmlformats.org/officeDocument/2006/relationships/hyperlink" Target="https://doi.org/10.1017/9781009428682" TargetMode="External" /><Relationship Id="rId6" Type="http://schemas.openxmlformats.org/officeDocument/2006/relationships/hyperlink" Target="https://doi.org/10.1017/S1755773920000120" TargetMode="External" /><Relationship Id="rId7" Type="http://schemas.openxmlformats.org/officeDocument/2006/relationships/hyperlink" Target="https://doi.org/10.1016/j.ssresearch.2022.102746" TargetMode="External" /><Relationship Id="rId8" Type="http://schemas.openxmlformats.org/officeDocument/2006/relationships/hyperlink" Target="https://doi.org/10.1093/ijpor/edae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 support for welfare and redistributive policies in Ireland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Daniel Capistrano, Bertrand Maître and Helen Russell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February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</a:t>
            </a:r>
          </a:p>
          <a:p>
            <a:pPr lvl="0"/>
            <a:r>
              <a:rPr/>
              <a:t>Is there public support for reducing income differences in Ireland?</a:t>
            </a:r>
          </a:p>
          <a:p>
            <a:pPr lvl="1"/>
            <a:r>
              <a:rPr/>
              <a:t>Who supports ?</a:t>
            </a:r>
            <a:br/>
          </a:p>
          <a:p>
            <a:pPr lvl="1"/>
            <a:r>
              <a:rPr/>
              <a:t>Who should benefit ?</a:t>
            </a:r>
            <a:br/>
          </a:p>
          <a:p>
            <a:pPr lvl="1"/>
            <a:r>
              <a:rPr/>
              <a:t>Can support change over time?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Societal level influences</a:t>
            </a:r>
          </a:p>
          <a:p>
            <a:pPr lvl="0"/>
            <a:r>
              <a:rPr/>
              <a:t>Higher support for redistribution in countries with higher inequality (Velev and Schmidt-Catran 2024; Finseraas 2009)</a:t>
            </a:r>
          </a:p>
          <a:p>
            <a:pPr lvl="0"/>
            <a:r>
              <a:rPr/>
              <a:t>Support for redistribution remained apparently stable over time (Lupu and Pontusson 2023) and could be related to lack of major political reaction to income inequality.</a:t>
            </a:r>
          </a:p>
          <a:p>
            <a:pPr lvl="0"/>
            <a:r>
              <a:rPr/>
              <a:t>Oorschot and Roosma (2017) note that support for welfare policies, social transfers and redistribution is conditional on the social legitimacy of these policies’ target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Socio-demographic predictors</a:t>
            </a:r>
          </a:p>
          <a:p>
            <a:pPr lvl="0"/>
            <a:r>
              <a:rPr/>
              <a:t>Women are more progressive in relation to policy preferences and support for redistribution (Shorrocks and Grasso 2020; Inglehart 2018; Grasso and Shorrocks 2025)</a:t>
            </a:r>
          </a:p>
          <a:p>
            <a:pPr lvl="0"/>
            <a:r>
              <a:rPr/>
              <a:t>Steele, Cohen, and Van Der Naald (2022) find that older respondents are more favourable of income redistribution.</a:t>
            </a:r>
          </a:p>
          <a:p>
            <a:pPr lvl="0"/>
            <a:r>
              <a:rPr/>
              <a:t>Grasso and Shorrocks (2025) highlights the association between gender and generation, with the cohorts of women born after 1946 being more supportive of redistribution compared to men in their cohorts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sources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European Social Survey (2002 - 2024)</a:t>
            </a:r>
            <a:br/>
          </a:p>
          <a:p>
            <a:pPr lvl="0"/>
            <a:r>
              <a:rPr/>
              <a:t>European Election Studies - Voter Survey</a:t>
            </a:r>
            <a:br/>
          </a:p>
          <a:p>
            <a:pPr lvl="0"/>
            <a:r>
              <a:rPr/>
              <a:t>Eurobarometer</a:t>
            </a:r>
            <a:br/>
          </a:p>
          <a:p>
            <a:pPr lvl="0"/>
            <a:r>
              <a:rPr/>
              <a:t>National Election and Democracy Study</a:t>
            </a:r>
          </a:p>
        </p:txBody>
      </p:sp>
      <p:pic>
        <p:nvPicPr>
          <p:cNvPr descr="./img/illu_es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government action</a:t>
            </a:r>
          </a:p>
          <a:p>
            <a:pPr lvl="0" indent="0" marL="0">
              <a:buNone/>
            </a:pPr>
            <a:r>
              <a:rPr b="1"/>
              <a:t>3 in 4</a:t>
            </a:r>
            <a:r>
              <a:rPr/>
              <a:t> Irish residents agree that the </a:t>
            </a:r>
            <a:r>
              <a:rPr i="1"/>
              <a:t>government should reduce differences in income</a:t>
            </a:r>
            <a:r>
              <a:rPr/>
              <a:t>.</a:t>
            </a:r>
          </a:p>
        </p:txBody>
      </p:sp>
      <p:pic>
        <p:nvPicPr>
          <p:cNvPr descr="./img/fig_c2_eumap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Agreement by sex, Ireland 2002–2024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Considering all 11 rounds of the ESS together, there is a significantly higher support for redistribution among female respondents compared to male respondents.</a:t>
            </a:r>
          </a:p>
        </p:txBody>
      </p:sp>
      <p:pic>
        <p:nvPicPr>
          <p:cNvPr descr="./img/fig_c2_sex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06500"/>
            <a:ext cx="4038600" cy="336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Agreement by SES, Ireland 2002-2024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analysis by social class, household income, or “financial situation” show a negative relationship between SES and support for redistribution. But remains over 60% in all groups.</a:t>
            </a:r>
          </a:p>
        </p:txBody>
      </p:sp>
      <p:pic>
        <p:nvPicPr>
          <p:cNvPr descr="./img/fig_c2_class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positive associations</a:t>
            </a:r>
          </a:p>
          <a:p>
            <a:pPr lvl="0"/>
            <a:r>
              <a:rPr/>
              <a:t>Born in Ireland</a:t>
            </a:r>
            <a:br/>
          </a:p>
          <a:p>
            <a:pPr lvl="0"/>
            <a:r>
              <a:rPr/>
              <a:t>Younger</a:t>
            </a:r>
          </a:p>
          <a:p>
            <a:pPr lvl="0"/>
            <a:r>
              <a:rPr/>
              <a:t>Left of the political scale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Welfare for whom?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Perceptions of deservingness and beliefs about the role of social supports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Who should receive higher priority from the government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…higher agreement for gov. support for working parents and older citizens.</a:t>
            </a:r>
          </a:p>
          <a:p>
            <a:pPr lvl="0" indent="0" marL="0">
              <a:buNone/>
            </a:pPr>
            <a:r>
              <a:rPr/>
              <a:t>…lower agreement for govt supports for the unemployed</a:t>
            </a:r>
          </a:p>
        </p:txBody>
      </p:sp>
      <p:pic>
        <p:nvPicPr>
          <p:cNvPr descr="./img/fig_c3_deservingness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193800"/>
            <a:ext cx="373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Beliefs about social benefits, Ireland</a:t>
            </a:r>
          </a:p>
        </p:txBody>
      </p:sp>
      <p:pic>
        <p:nvPicPr>
          <p:cNvPr descr="./img/fig_c3_benefits_present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Perceptions on fairness</a:t>
            </a:r>
          </a:p>
          <a:p>
            <a:pPr lvl="0" indent="0" marL="1270000">
              <a:buNone/>
            </a:pPr>
            <a:r>
              <a:rPr sz="2000"/>
              <a:t>Please think about the top 10% of employees working full-time in Ireland, earning more than €81,000 per year. In your opinion, are these incomes unfairly low, fair, or unfairly high? Please think generally about people earning this level of incomes</a:t>
            </a:r>
          </a:p>
          <a:p>
            <a:pPr lvl="0" indent="0" marL="1270000">
              <a:buNone/>
            </a:pPr>
            <a:r>
              <a:rPr sz="2000"/>
              <a:t>And now please think about the bottom 10% of employees working full-time in Ireland, earning less than €19,000 per year.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redistribution and perceived fairness of the incomes</a:t>
            </a:r>
          </a:p>
        </p:txBody>
      </p:sp>
      <p:pic>
        <p:nvPicPr>
          <p:cNvPr descr="./img/fig_c3_fairness_present_non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redistribution and perceived fairness of the incomes</a:t>
            </a:r>
          </a:p>
        </p:txBody>
      </p:sp>
      <p:pic>
        <p:nvPicPr>
          <p:cNvPr descr="./img/fig_c3_fairness_present_n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redistribution and perceived fairness of the incomes</a:t>
            </a:r>
          </a:p>
        </p:txBody>
      </p:sp>
      <p:pic>
        <p:nvPicPr>
          <p:cNvPr descr="./img/fig_c3_fairness_present_pl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redistribution and perceived fairness of the incomes</a:t>
            </a:r>
          </a:p>
        </p:txBody>
      </p:sp>
      <p:pic>
        <p:nvPicPr>
          <p:cNvPr descr="./img/fig_c3_fairness_present_i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redistribution and perceived fairness of the incomes</a:t>
            </a:r>
          </a:p>
        </p:txBody>
      </p:sp>
      <p:pic>
        <p:nvPicPr>
          <p:cNvPr descr="./img/fig_c3_fairness_present_all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Attitudes to taxation in Ireland</a:t>
            </a:r>
          </a:p>
          <a:p>
            <a:pPr lvl="0" indent="0" marL="0">
              <a:buNone/>
            </a:pPr>
          </a:p>
          <a:p>
            <a:pPr lvl="0"/>
            <a:r>
              <a:rPr/>
              <a:t>34% of Irish residents indicate that they </a:t>
            </a:r>
            <a:r>
              <a:rPr i="1"/>
              <a:t>agree with higher taxes if it means more or better public services</a:t>
            </a:r>
            <a:r>
              <a:rPr/>
              <a:t>. This is the 6th highest percentage across 27 EU countries.</a:t>
            </a:r>
          </a:p>
          <a:p>
            <a:pPr lvl="0"/>
            <a:r>
              <a:rPr/>
              <a:t>35% believe taxes are too high, another 25% think they should remain at their current level.</a:t>
            </a:r>
          </a:p>
          <a:p>
            <a:pPr lvl="0" indent="0" marL="0">
              <a:buNone/>
            </a:pPr>
            <a:r>
              <a:rPr/>
              <a:t>Source: Eurobarometer Flash Survey 2025.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Change over time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Support for government action reducing differences in income</a:t>
            </a:r>
          </a:p>
        </p:txBody>
      </p:sp>
      <p:pic>
        <p:nvPicPr>
          <p:cNvPr descr="./img/fig_c4_eutim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COVID-19, Ireland 2021-2022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who experienced job loss during the COVID-19 pandemic are more supportive of redistribution, regardless of their financial situation or social class.</a:t>
            </a:r>
          </a:p>
        </p:txBody>
      </p:sp>
      <p:pic>
        <p:nvPicPr>
          <p:cNvPr descr="./img/fig_c4_covi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06500"/>
            <a:ext cx="4038600" cy="336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Irish Government campaign</a:t>
            </a:r>
          </a:p>
        </p:txBody>
      </p:sp>
      <p:pic>
        <p:nvPicPr>
          <p:cNvPr descr="./img/dsp_b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Irish Government campaign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 seven-day exponential moving average of three variables in the 30-day time window around the launch of the campaign on 17 April 2017.</a:t>
            </a:r>
          </a:p>
        </p:txBody>
      </p:sp>
      <p:pic>
        <p:nvPicPr>
          <p:cNvPr descr="./img/fig_c4_dsp_mean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193800"/>
            <a:ext cx="2425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Irish Government campaign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Statistically significant decrease on the level of agreement that ‘</a:t>
            </a:r>
            <a:r>
              <a:rPr i="1"/>
              <a:t>social benefits prevents poverty</a:t>
            </a:r>
            <a:r>
              <a:rPr/>
              <a:t>’ among interviews conducted after the launch of the campaign compared to those interviewed before the launch.</a:t>
            </a:r>
          </a:p>
        </p:txBody>
      </p:sp>
      <p:pic>
        <p:nvPicPr>
          <p:cNvPr descr="./img/fig_c4_dsp_model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193800"/>
            <a:ext cx="373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European Social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Conclusions and policy implications</a:t>
            </a:r>
          </a:p>
          <a:p>
            <a:pPr lvl="0"/>
            <a:r>
              <a:rPr/>
              <a:t>Strong support for Irish government to reduce income differences, especially to address “unfairly low income” of those in the bottom income decile.</a:t>
            </a:r>
          </a:p>
          <a:p>
            <a:pPr lvl="0"/>
            <a:r>
              <a:rPr/>
              <a:t>Support for redistribution higher among low-income households, females, younger people.</a:t>
            </a:r>
          </a:p>
          <a:p>
            <a:pPr lvl="0"/>
            <a:r>
              <a:rPr/>
              <a:t>Higher than EU-average level of support for higher taxes conditional of providing better public services (may be motivated by self-interest but also related to support for redistribution)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Conclusions and policy implications</a:t>
            </a:r>
          </a:p>
          <a:p>
            <a:pPr lvl="0"/>
            <a:r>
              <a:rPr/>
              <a:t>Pandemic, which saw a huge increase in government supports, was associated with an increase in support for redistribution, especially among those directly effected</a:t>
            </a:r>
          </a:p>
          <a:p>
            <a:pPr lvl="0"/>
            <a:r>
              <a:rPr/>
              <a:t>Negative stereotypes about welfare recipients may undermine this support</a:t>
            </a:r>
          </a:p>
          <a:p>
            <a:pPr lvl="0"/>
            <a:r>
              <a:rPr/>
              <a:t>Importance of communication of the role of social protection in addressing risks and the rights/entitlements of citizens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Finseraas, Henning. 2009. “Income Inequality and Demand for Redistribution: A Multilevel Analysis of European Public Opinion.” </a:t>
            </a:r>
            <a:r>
              <a:rPr i="1"/>
              <a:t>Scandinavian Political Studies</a:t>
            </a:r>
            <a:r>
              <a:rPr/>
              <a:t> 32 (1): 94–119. </a:t>
            </a:r>
            <a:r>
              <a:rPr>
                <a:hlinkClick r:id="rId2"/>
              </a:rPr>
              <a:t>https://doi.org/10.1111/j.1467-9477.2008.00211.x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Grasso, Maria, and Rosalind Shorrocks. 2025. “Are New Generations of Women More Left-Wing Than Men? Generations and Gender Gaps in Attitudes to Inequality and Social Services.” </a:t>
            </a:r>
            <a:r>
              <a:rPr i="1"/>
              <a:t>Journal of European Public Policy</a:t>
            </a:r>
            <a:r>
              <a:rPr/>
              <a:t>, April, 1–28. </a:t>
            </a:r>
            <a:r>
              <a:rPr>
                <a:hlinkClick r:id="rId3"/>
              </a:rPr>
              <a:t>https://doi.org/10.1080/13501763.2025.2490811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Inglehart, Ronald F. 2018. </a:t>
            </a:r>
            <a:r>
              <a:rPr i="1"/>
              <a:t>Cultural Evolution: People’s Motivations Are Changing, and Reshaping the World</a:t>
            </a:r>
            <a:r>
              <a:rPr/>
              <a:t>. 1st ed. Cambridge University Press. </a:t>
            </a:r>
            <a:r>
              <a:rPr>
                <a:hlinkClick r:id="rId4"/>
              </a:rPr>
              <a:t>https://doi.org/10.1017/9781108613880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Lupu, Noam, and Jonas Pontusson, eds. 2023. </a:t>
            </a:r>
            <a:r>
              <a:rPr i="1"/>
              <a:t>Unequal Democracies: Public Policy, Responsiveness, and Redistribution in an Era of Rising Economic Inequality</a:t>
            </a:r>
            <a:r>
              <a:rPr/>
              <a:t>. 1st ed. Cambridge University Press. </a:t>
            </a:r>
            <a:r>
              <a:rPr>
                <a:hlinkClick r:id="rId5"/>
              </a:rPr>
              <a:t>https://doi.org/10.1017/9781009428682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Oorschot, Wim van, and Femke Roosma. 2017. “The Social Legitimacy of Differently Targeted Benefits.”</a:t>
            </a:r>
          </a:p>
          <a:p>
            <a:pPr lvl="0" indent="0" marL="0">
              <a:buNone/>
            </a:pPr>
            <a:r>
              <a:rPr/>
              <a:t>Shorrocks, Rosalind, and Maria T. Grasso. 2020. “The Attitudinal Gender Gap Across Generations: Support for Redistribution and Government Spending in Contexts of High and Low Welfare Provision.” </a:t>
            </a:r>
            <a:r>
              <a:rPr i="1"/>
              <a:t>European Political Science Review</a:t>
            </a:r>
            <a:r>
              <a:rPr/>
              <a:t> 12 (3): 289–306. </a:t>
            </a:r>
            <a:r>
              <a:rPr>
                <a:hlinkClick r:id="rId6"/>
              </a:rPr>
              <a:t>https://doi.org/10.1017/S1755773920000120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Steele, Liza G., Joseph Nathan Cohen, and Joseph R. Van Der Naald. 2022. “Wealth, Income, and Preferences for Redistribution: Evidence from 30 Countries.” </a:t>
            </a:r>
            <a:r>
              <a:rPr i="1"/>
              <a:t>Social Science Research</a:t>
            </a:r>
            <a:r>
              <a:rPr/>
              <a:t> 108 (November): 102746. </a:t>
            </a:r>
            <a:r>
              <a:rPr>
                <a:hlinkClick r:id="rId7"/>
              </a:rPr>
              <a:t>https://doi.org/10.1016/j.ssresearch.2022.102746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Velev, Valentin, and Alexander W Schmidt-Catran. 2024. “Economic Inequality and Public Support for Redistribution in Europe: A Cross-Sectional and Longitudinal Multilevel Analysis.” </a:t>
            </a:r>
            <a:r>
              <a:rPr i="1"/>
              <a:t>International Journal of Public Opinion Research</a:t>
            </a:r>
            <a:r>
              <a:rPr/>
              <a:t> 36 (4): edae055. </a:t>
            </a:r>
            <a:r>
              <a:rPr>
                <a:hlinkClick r:id="rId8"/>
              </a:rPr>
              <a:t>https://doi.org/10.1093/ijpor/edae055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support for welfare and redistributive policies in Ireland</dc:title>
  <dc:creator>Daniel Capistrano, Bertrand Maître and Helen Russell</dc:creator>
  <cp:keywords/>
  <dcterms:created xsi:type="dcterms:W3CDTF">2026-02-17T17:24:23Z</dcterms:created>
  <dcterms:modified xsi:type="dcterms:W3CDTF">2026-02-17T17:24:23Z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_assets/CFI_Redistribution.bib</vt:lpwstr>
  </property>
  <property fmtid="{D5CDD505-2E9C-101B-9397-08002B2CF9AE}" pid="5" name="by-author">
    <vt:lpwstr/>
  </property>
  <property fmtid="{D5CDD505-2E9C-101B-9397-08002B2CF9AE}" pid="6" name="date">
    <vt:lpwstr>February 2026</vt:lpwstr>
  </property>
  <property fmtid="{D5CDD505-2E9C-101B-9397-08002B2CF9AE}" pid="7" name="date-format">
    <vt:lpwstr>MMMM YYYY</vt:lpwstr>
  </property>
  <property fmtid="{D5CDD505-2E9C-101B-9397-08002B2CF9AE}" pid="8" name="editor">
    <vt:lpwstr/>
  </property>
  <property fmtid="{D5CDD505-2E9C-101B-9397-08002B2CF9AE}" pid="9" name="execute">
    <vt:lpwstr/>
  </property>
  <property fmtid="{D5CDD505-2E9C-101B-9397-08002B2CF9AE}" pid="10" name="fotmat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/>
  </property>
  <property fmtid="{D5CDD505-2E9C-101B-9397-08002B2CF9AE}" pid="15" name="labels">
    <vt:lpwstr/>
  </property>
  <property fmtid="{D5CDD505-2E9C-101B-9397-08002B2CF9AE}" pid="16" name="subtitle">
    <vt:lpwstr/>
  </property>
  <property fmtid="{D5CDD505-2E9C-101B-9397-08002B2CF9AE}" pid="17" name="title-slide-attributes">
    <vt:lpwstr/>
  </property>
  <property fmtid="{D5CDD505-2E9C-101B-9397-08002B2CF9AE}" pid="18" name="toc-title">
    <vt:lpwstr>Table of contents</vt:lpwstr>
  </property>
</Properties>
</file>